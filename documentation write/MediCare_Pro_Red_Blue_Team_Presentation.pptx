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6384"/>
            <a:ext cx="146304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74980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Assurance and Security  ·  IT 002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Hospital Management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and Blue Team Security Analysis of Selected Web Attacks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761488"/>
            <a:ext cx="219456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9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F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 ·  Reflected Cross-Site Scripting  ·  Server-Side Template Injection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015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7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Team: </a:t>
            </a:r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Hernandez, Mark David  ·  Ambong, Vincent Redd  ·  Fernandez, Lance Cedrick  ·  Nanoy, Joshua James  ·  Paguio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7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Team: </a:t>
            </a:r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Penola, John Paul S.  ·  Egil, Abdullah Ibn Mujahid  ·  Espino, Luis David  ·  Libag, Joshua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to: Engr. Jerry Boromeo      |      College of Computer Studies      |    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analyzes three web attacks and their fixes, with SSTI as the out-of-ordinary selection.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attacks analyzed: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reflected cross-site scripting (XSS), and server-side template injection (SSTI).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attack is presented red team first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attack surface, exploitation, and impact — then blue team with the fix.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SSTI is the out-of-ordinary choice: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severe original exploit path, and the one already removed from the current codebase.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observations are drawn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MediCare Pro source tree and its accompanying attack documentation.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MediCare_Pro_Red_Blue_Team_Report.docx (October 2026).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runs as a Node.js/Express staff portal with Firebase Auth, Cloud Firestore, and seven sidebar modules.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hospital staff portal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security-learning.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Node.js/Express server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port 3000; ships a Dockerfile for deployment.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stack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static HTML/CSS/JS with the Firebase SDK.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modules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Authentication + Cloud Firestore;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in-memory simulated data.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Management, Staff Portal, Administration — plus dashboard and an AI chat widget.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staff accounts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weak, well-known lab credentials.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MediCare_Pro_Red_Blue_Team_Report.docx; project README.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SQLi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targets the Patient Records module through the Patient ID lookup.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Records page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a Patient ID field and a Search Records button, under Patient Management.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consults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/api/sql?id=; the vulnerable lab concatenates raw input into the SQL text.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pattern: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query = `SELECT ... WHERE id = '${rawId}'`;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crafted single quote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string and lets the rest of the input become SQL syntax.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api/sql.js (vulnerable lab version);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SQLi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 payload concatenates into the query and dumps every patient row.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Tautology payload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1' OR '1'='1 bypasses the WHERE clause and returns all rows.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sequence --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out the trailing quote the original query still expects.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semicolon ;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 new statement, which is what enables write operations in the lab.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1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one row (Maria Santos); the tautology returns all patients.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1,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SQLi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UNION payload recovers plaintext credentials for every seeded staff account.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0' UNION SELECT username, password, role FROM users --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steals the lab users table.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Recovers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admin/admin123, doctor/password1, nurse/nurse123, and radiologist/xray2024 in cleartext.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payloads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insert, update, delete rows, and even drop the table in the lab state.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is simulated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(process memory); the attack logic is real against a real database.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MediCare_Pro_Red_Blue_Team_Report.docx; SQLI-ATTACK-INSTRUCTIONS.md.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SQLi attack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shows the SQL injection attack against the Patient Records module.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138160" cy="2697480"/>
          </a:xfrm>
          <a:prstGeom prst="roundRect">
            <a:avLst>
              <a:gd name="adj" fmla="val 3051"/>
            </a:avLst>
          </a:prstGeom>
          <a:solidFill>
            <a:srgbClr val="EAF1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 — Patient Records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https://youtu.be/placeholder-sqli-attack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Patient Records page, submit 1' OR '1'='1, then the UNION SELECT payload to recover credentials.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this placeholder with your demo video link)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SQLi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shows how parameterizing the query stops the SQL injection attack.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138160" cy="2697480"/>
          </a:xfrm>
          <a:prstGeom prst="roundRect">
            <a:avLst>
              <a:gd name="adj" fmla="val 3051"/>
            </a:avLst>
          </a:prstGeom>
          <a:solidFill>
            <a:srgbClr val="EAF1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solution — parameterized lookup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https://youtu.be/placeholder-sqli-solution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secured api/sql.js query constant and the exact-match, escaped rendering on the Patient Records page.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this placeholder with your demo video link)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· SQLi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Parameterizing the query binds input as data and stops SQL injection.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build SQL by concatenating user input.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text is a constant;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is passed separately as a bound parameter.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QUERY = 'SELECT ... WHERE id = ?';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 = [String(rawId)];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1' OR '1'='1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now matched as a literal string — and returns nothing.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api/sql.js (secured);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· SQLi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Records page now matches input exactly and escapes every rendered cell.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side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text is a constant;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is bound as data, never parsed as SQL.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INSERT, UPDATE, DELETE, or DROP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exists in the secured file.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side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findPatients()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the term literally on id and patientId.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renderResults()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escapeHtml to every cell before inserting markup.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api/sql.js; pages/sql-injection.html;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Reflected XSS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XSS targets the Patient Search module through the name reflection sink.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Search page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Search Patient Name field and a Search button.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sink is client-side: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term is written to innerHTML under “Showing results for.”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also reads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?name= from the URL and auto-searches on load.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crafted link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fire the payload without any typing in the box.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pages/xss-reflected.html;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Reflected XSS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crafted search term executes in the victim’s browser through innerHTML.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 src=x onerror=alert(document.domain)&gt; fires a script in the page.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variant: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/pages/xss-reflected.html?name=&lt;img src=x onerror=alert(1)&gt;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variants also execute: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&lt;script&gt;alert('XSS')&lt;/script&gt; and “&gt;&lt;svg/onload=alert(1)&gt;.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chain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CSRF endpoint because that API trusts any origin.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ATTACK-MAP.md;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XSS attack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shows the reflected XSS attack against the Patient Search module.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138160" cy="2697480"/>
          </a:xfrm>
          <a:prstGeom prst="roundRect">
            <a:avLst>
              <a:gd name="adj" fmla="val 3051"/>
            </a:avLst>
          </a:prstGeom>
          <a:solidFill>
            <a:srgbClr val="EAF1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XSS attack — Patient Search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https://youtu.be/placeholder-xss-attack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Patient Search page, submit the img onerror payload, and then the URL-based auto-search variant.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this placeholder with your demo video link)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XSS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shows how textContent and a CSP stop the reflected XSS attack.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138160" cy="2697480"/>
          </a:xfrm>
          <a:prstGeom prst="roundRect">
            <a:avLst>
              <a:gd name="adj" fmla="val 3051"/>
            </a:avLst>
          </a:prstGeom>
          <a:solidFill>
            <a:srgbClr val="EAF1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XSS solution — textContent + CSP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https://youtu.be/placeholder-xss-solution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reflected.textContent = input fix and the Content-Security-Policy header on responses.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this placeholder with your demo video link)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· XSS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reflected term with textContent renders it as text, not markup.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untrusted input as text, not as markup.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reflected.innerHTML = input with reflected.textContent = input.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inserts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string as plain text; scripts and HTML do not execute.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neutralizes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box payload and the URL-based auto-search variant.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pages/xss-reflected.html (remediation);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· XSS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strict Content Security Policy blocks unauthorized script execution as defense-in-depth.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CSP header: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default-src 'self'; script-src 'self'.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loads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only from the app’s own origin.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refuses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inline scripts if a markup sink is reintroduced.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XSS fixes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proper CSRF protection so a script cannot abuse the victim’s session.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api/xss-stored.js (commented CSP line);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SSTI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SSTI targets the Patient Feedback module and is the most severe, now-removed path.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Feedback page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Patient ID, a rating, and a Comments field.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lab built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as a template and evaluated every ${...} with new Function.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escaping looked real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was only String() — security theater, not a defense.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SSTI is the out-of-ordinary choice: </a:t>
            </a:r>
            <a:pPr indent="0" marL="0">
              <a:spcAft>
                <a:spcPts val="11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severe original path, and already removed.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SSTI-PRESENTATION-SCRIPT.md; ATTACK-MAP.md;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SSTI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escalates from a single comment box to file read and OS command execution.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${7*7}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Comments: 49 — confirms server-side evaluation.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${Object.keys(process.env).join(', ')}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every environment variable name.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${process.env.FIREBASE_SERVICE_ACCOUNT}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steals the Firebase admin credential.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${process.mainModule.require('child_process').execSync('whoami')}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root.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SSTI-PRESENTATION-SCRIPT.md; MediCare_Pro_Red_Blue_Team_Report.docx.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SSTI attack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shows the SSTI attack against the Patient Feedback module.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138160" cy="2697480"/>
          </a:xfrm>
          <a:prstGeom prst="roundRect">
            <a:avLst>
              <a:gd name="adj" fmla="val 3051"/>
            </a:avLst>
          </a:prstGeom>
          <a:solidFill>
            <a:srgbClr val="EAF1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SSTI attack — Patient Feedback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https://youtu.be/placeholder-ssti-attack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${7*7} → 49, the environment-variable name dump, and the service-account credential exfiltration.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this placeholder with your demo video link)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2377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377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6263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SSTI is closed by removing the evaluator and keeping comments as data — and the same rules defensively contain the other two attacks.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20117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326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Pro  ·  Red Team / Blue Team Analysis  ·  IT 002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8326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138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 queries, match input as data, and escape every rendered cell.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XSS: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untrusted input with textContent and add a strict Content Security Policy; fix CSRF too.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SSTI: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template evaluator; keep user comments as plain data, never as code.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Defense-in-depth across all three: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privilege, no driver errors to clients, and authentication on every route.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scope honestly: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is simulated in the current codebase; SSTI is removed.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AF1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5760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video: SSTI solution  —  </a:t>
            </a:r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https://youtu.be/placeholder-ssti-solution</a:t>
            </a:r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(replace with your demo video link)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Pro — Red Team and Blue Team Security Analysis</dc:title>
  <dc:subject>SQL Injection, Reflected XSS, and Server-Side Template Injection</dc:subject>
  <dc:creator>Red Team / Blue Team IT41S1</dc:creator>
  <cp:lastModifiedBy>Red Team / Blue Team IT41S1</cp:lastModifiedBy>
  <cp:revision>1</cp:revision>
  <dcterms:created xsi:type="dcterms:W3CDTF">2026-10-22T07:32:26Z</dcterms:created>
  <dcterms:modified xsi:type="dcterms:W3CDTF">2026-10-22T07:32:26Z</dcterms:modified>
</cp:coreProperties>
</file>